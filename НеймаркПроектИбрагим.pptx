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875"/>
    <a:srgbClr val="141C22"/>
    <a:srgbClr val="FFA673"/>
    <a:srgbClr val="FFA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>
        <p:scale>
          <a:sx n="75" d="100"/>
          <a:sy n="75" d="100"/>
        </p:scale>
        <p:origin x="840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62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21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7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02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84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86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1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92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08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30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116F-E73D-4398-8B61-5671FEB3E6E0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02002-8CD4-48AE-BD50-F573C1275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599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2244" r="79108" b="-1"/>
          <a:stretch/>
        </p:blipFill>
        <p:spPr>
          <a:xfrm>
            <a:off x="259080" y="365760"/>
            <a:ext cx="2331720" cy="231861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5" name="Прямоугольник 4"/>
          <p:cNvSpPr/>
          <p:nvPr/>
        </p:nvSpPr>
        <p:spPr>
          <a:xfrm>
            <a:off x="3124201" y="468380"/>
            <a:ext cx="8900160" cy="1754326"/>
          </a:xfrm>
          <a:prstGeom prst="rect">
            <a:avLst/>
          </a:prstGeom>
          <a:solidFill>
            <a:srgbClr val="141C22"/>
          </a:solidFill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Проект «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OmniScan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Active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Vision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» — Роботизированный телеуправляемый комплекс</a:t>
            </a:r>
            <a:endParaRPr lang="ru-RU" sz="36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24200" y="2222706"/>
            <a:ext cx="48463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FFA875"/>
                </a:solidFill>
              </a:rPr>
              <a:t>Разработчик:</a:t>
            </a:r>
            <a:r>
              <a:rPr lang="ru-RU" sz="3200" dirty="0" smtClean="0">
                <a:solidFill>
                  <a:srgbClr val="FFA875"/>
                </a:solidFill>
              </a:rPr>
              <a:t> Ибрагим</a:t>
            </a:r>
            <a:endParaRPr lang="ru-RU" sz="32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01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-8128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Программная архитектура и сети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25120" y="5059680"/>
            <a:ext cx="5151120" cy="1178560"/>
          </a:xfrm>
          <a:prstGeom prst="rect">
            <a:avLst/>
          </a:prstGeom>
          <a:solidFill>
            <a:srgbClr val="FFA875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Arduino Uno, </a:t>
            </a:r>
            <a:r>
              <a:rPr lang="en-US" sz="2400" dirty="0" err="1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SoftwareSerial</a:t>
            </a:r>
            <a:r>
              <a:rPr lang="ru-RU" sz="2400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ШИМ-моторы</a:t>
            </a:r>
            <a:endParaRPr lang="ru-RU" sz="2400" dirty="0">
              <a:solidFill>
                <a:srgbClr val="141C2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60120" y="3881120"/>
            <a:ext cx="3881120" cy="1178560"/>
          </a:xfrm>
          <a:prstGeom prst="rect">
            <a:avLst/>
          </a:prstGeom>
          <a:solidFill>
            <a:srgbClr val="FFA875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551940" y="2702560"/>
            <a:ext cx="2697480" cy="1178560"/>
          </a:xfrm>
          <a:prstGeom prst="rect">
            <a:avLst/>
          </a:prstGeom>
          <a:solidFill>
            <a:srgbClr val="FFA875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551940" y="2879616"/>
            <a:ext cx="2835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Ноутбук</a:t>
            </a:r>
            <a:r>
              <a:rPr lang="en-US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Python 3.14, </a:t>
            </a:r>
            <a:r>
              <a:rPr lang="en-US" dirty="0" err="1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OpenCV</a:t>
            </a:r>
            <a:r>
              <a:rPr lang="ru-RU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</a:t>
            </a:r>
            <a:r>
              <a:rPr lang="en-US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</a:t>
            </a:r>
            <a:r>
              <a:rPr lang="ru-RU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</a:t>
            </a:r>
            <a:r>
              <a:rPr lang="en-US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Threading</a:t>
            </a:r>
            <a:endParaRPr lang="ru-RU" dirty="0">
              <a:solidFill>
                <a:srgbClr val="141C22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102360" y="4162623"/>
            <a:ext cx="359664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     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ESP32-CAM, 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Wi-Fi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AP </a:t>
            </a:r>
            <a:r>
              <a:rPr lang="en-US" altLang="ru-RU" sz="2000" dirty="0" smtClean="0">
                <a:solidFill>
                  <a:srgbClr val="141C2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	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MJPEG-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141C22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стрим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rgbClr val="141C22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9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60960"/>
            <a:ext cx="12110720" cy="1325563"/>
          </a:xfrm>
        </p:spPr>
        <p:txBody>
          <a:bodyPr>
            <a:noAutofit/>
          </a:bodyPr>
          <a:lstStyle/>
          <a:p>
            <a:r>
              <a:rPr lang="ru-RU" sz="5400" dirty="0" err="1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Одометрия</a:t>
            </a:r>
            <a:r>
              <a:rPr lang="ru-RU" sz="5400" dirty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и ПИД-стабилизация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5520" y="1610544"/>
            <a:ext cx="1054608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1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Одометрия</a:t>
            </a:r>
            <a:r>
              <a:rPr kumimoji="0" lang="ru-RU" altLang="ru-RU" sz="36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ru-RU" sz="3600" i="1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  <a:r>
              <a:rPr lang="ru-RU" altLang="ru-RU" sz="3600" i="1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alt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Э</a:t>
            </a:r>
            <a:r>
              <a:rPr kumimoji="0" lang="ru-RU" altLang="ru-RU" sz="36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нкодеры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на прерываниях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4400" y="2195452"/>
            <a:ext cx="1061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0" i="1" u="none" strike="noStrike" dirty="0" smtClean="0"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ПИД-контроль: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Автоматическая синхронизация скоростей левых и правых колес.</a:t>
            </a:r>
            <a:endParaRPr lang="ru-RU" sz="36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14400" y="3980687"/>
            <a:ext cx="10261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0" i="1" u="none" strike="noStrike" dirty="0" smtClean="0"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Стартовый </a:t>
            </a:r>
            <a:r>
              <a:rPr lang="ru-RU" sz="3600" b="0" i="1" u="none" strike="noStrike" dirty="0" err="1" smtClean="0"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буст</a:t>
            </a:r>
            <a:r>
              <a:rPr lang="ru-RU" sz="3600" b="0" i="1" u="none" strike="noStrike" dirty="0" smtClean="0"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Преодоление трения покоя редукторов импульсом ШИМ.</a:t>
            </a:r>
            <a:endParaRPr lang="ru-RU" sz="36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5228399"/>
            <a:ext cx="10261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0" i="1" u="none" strike="noStrike" dirty="0" smtClean="0"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Защита: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Velocity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Watchdog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(остановка моторов через 500 </a:t>
            </a:r>
            <a:r>
              <a:rPr lang="ru-RU" sz="36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мс</a:t>
            </a:r>
            <a:r>
              <a:rPr lang="ru-RU" sz="3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при потере связи).</a:t>
            </a:r>
            <a:endParaRPr lang="ru-RU" sz="36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619760" y="2164542"/>
            <a:ext cx="10627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731520" y="3949778"/>
            <a:ext cx="10627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31520" y="5189253"/>
            <a:ext cx="10627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51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15513" y="135374"/>
            <a:ext cx="1115401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HUD-</a:t>
            </a:r>
            <a:r>
              <a:rPr lang="ru-RU" sz="48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интерфейс и телеуправление</a:t>
            </a:r>
            <a:endParaRPr lang="ru-RU" sz="48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82321" y="1258729"/>
            <a:ext cx="108204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Видеопоток: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Побайтовое чтение JPEG-маркеров без задержек.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Интерактивный радар: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Визуализация физического угла взгляда камеры.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Управление с клавиатуры: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Директивы движения (WASD) и наведения головы (I/O).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Безопасность: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Экстренное торможение по клавише 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Courier New" panose="02070309020205020404" pitchFamily="49" charset="0"/>
              </a:rPr>
              <a:t>Пробел</a:t>
            </a:r>
            <a:r>
              <a:rPr kumimoji="0" lang="ru-RU" altLang="ru-RU" sz="36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. 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V="1">
            <a:off x="615513" y="1087150"/>
            <a:ext cx="11154015" cy="20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54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23449" y="226814"/>
            <a:ext cx="110882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Асинхронная отладка кода на </a:t>
            </a:r>
            <a:r>
              <a:rPr lang="ru-RU" sz="44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Python</a:t>
            </a:r>
            <a:endParaRPr lang="ru-RU" sz="44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18160" y="1378268"/>
            <a:ext cx="110236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4000" b="0" i="1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Многопоточность</a:t>
            </a:r>
            <a:r>
              <a:rPr kumimoji="0" lang="ru-RU" altLang="ru-RU" sz="40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Разделение видеопотока и команд управления (</a:t>
            </a:r>
            <a:r>
              <a:rPr kumimoji="0" lang="ru-RU" altLang="ru-RU" sz="40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Courier New" panose="02070309020205020404" pitchFamily="49" charset="0"/>
              </a:rPr>
              <a:t>Threading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40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Защита сокетов: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Жесткое вшивание IP-адресов против ошибок сети </a:t>
            </a:r>
            <a:r>
              <a:rPr kumimoji="0" lang="ru-RU" altLang="ru-RU" sz="40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Windows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40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Локальная отладка: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Временное отключение моторов одиночным символом 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cs typeface="Courier New" panose="02070309020205020404" pitchFamily="49" charset="0"/>
              </a:rPr>
              <a:t>#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7453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19693" y="1050677"/>
            <a:ext cx="84834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Открытый </a:t>
            </a:r>
            <a:r>
              <a:rPr lang="ru-RU" sz="4000" dirty="0" err="1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репозиторий</a:t>
            </a:r>
            <a:r>
              <a:rPr lang="ru-RU" sz="40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40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GitHub</a:t>
            </a:r>
            <a:endParaRPr lang="ru-RU" sz="40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123" name="Picture 3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95" y="-488632"/>
            <a:ext cx="3786505" cy="378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9693" y="3517186"/>
            <a:ext cx="117856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Документация: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README</a:t>
            </a:r>
            <a:r>
              <a:rPr kumimoji="0" lang="ru-RU" altLang="ru-RU" sz="2800" b="0" i="0" u="none" strike="noStrike" cap="none" normalizeH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в разметке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Markdown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Чистота кода: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Интерактивные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спойлеры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для прошивок.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База знаний: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Описание работы ПИД и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одометрии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0" i="1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Доступность: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FFA87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Исходный код полностью открыт. </a:t>
            </a:r>
          </a:p>
        </p:txBody>
      </p:sp>
    </p:spTree>
    <p:extLst>
      <p:ext uri="{BB962C8B-B14F-4D97-AF65-F5344CB8AC3E}">
        <p14:creationId xmlns:p14="http://schemas.microsoft.com/office/powerpoint/2010/main" val="88611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960" y="2559685"/>
            <a:ext cx="5633720" cy="1325563"/>
          </a:xfrm>
        </p:spPr>
        <p:txBody>
          <a:bodyPr>
            <a:normAutofit/>
          </a:bodyPr>
          <a:lstStyle/>
          <a:p>
            <a:r>
              <a:rPr lang="ru-RU" sz="66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Заключение</a:t>
            </a:r>
            <a:endParaRPr lang="ru-RU" sz="6600" dirty="0">
              <a:solidFill>
                <a:srgbClr val="FFA875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20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08000" y="2668955"/>
            <a:ext cx="115112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Большое </a:t>
            </a:r>
            <a:r>
              <a:rPr lang="ru-RU" sz="5400" dirty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спасибо </a:t>
            </a:r>
            <a:r>
              <a:rPr lang="ru-RU" sz="5400" dirty="0" smtClean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 внимание</a:t>
            </a:r>
            <a:r>
              <a:rPr lang="ru-RU" sz="5400" dirty="0">
                <a:solidFill>
                  <a:srgbClr val="FFA875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70959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199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Segoe UI Black</vt:lpstr>
      <vt:lpstr>Office Theme</vt:lpstr>
      <vt:lpstr>Презентация PowerPoint</vt:lpstr>
      <vt:lpstr>Программная архитектура и сети</vt:lpstr>
      <vt:lpstr>Одометрия и ПИД-стабилизация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Ибрагим Истяков</dc:creator>
  <cp:lastModifiedBy>Ибрагим Истяков</cp:lastModifiedBy>
  <cp:revision>7</cp:revision>
  <dcterms:created xsi:type="dcterms:W3CDTF">2026-08-06T21:09:55Z</dcterms:created>
  <dcterms:modified xsi:type="dcterms:W3CDTF">2026-08-06T22:08:23Z</dcterms:modified>
</cp:coreProperties>
</file>